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DF647-F737-934A-8571-F3A62B1E0E63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FCE7C-FF69-2D40-B0C8-3871C26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943600" cy="5943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2377440"/>
            <a:ext cx="4023360" cy="402336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merged_deck/t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RAN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RANOpt AI: From RL Foundations to Production PPO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DQN, PPO, the RANOpt AI decision engine, and real-world RAN use cases — built for RF engineers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Trilcomm Technologies  |  RANOpt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RANOpt AI — Product Vision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AI-assisted 5G/6G RAN decision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merged_deck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engineers manually balance competing KPIs — throughput, coverage, fairness, energy — across cells and traffic conditions, largely by intuition and trial-and-error.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merged_deck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17209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2103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RANOpt AI is a browser-based platform that uses an AI Decision Engine to recommend configurations, making the tradeoff systematic, explainable, and fast.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914400" y="42062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Trilcomm Technologies as one of two primary products, alongside the 5G NR simulator pipeline. Designed for RF engineers as intended users — decision support layered on top of engineering expertise, not a replacement for it.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RL to DRL: Why It Matters to You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merged_deck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6751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536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(RL)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trial and error: observe the state, take an action, get a reward, adjust, repeat. The simplest version keeps a lookup table — one best action per state.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merged_deck/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16751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536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(DRL)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03120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swaps that lookup table for a deep neural network — because the table approach collapses once the network is even moderately realistic.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42062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cell has SINR, PRB utilization, throughput, latency, active UE count, neighbor interference, and time-of-day traffic. Multiply across a cluster of cells and the state space becomes astronomically large — far too big for a lookup table, and a neural network generalizes to states it has never exactly seen before.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merged_deck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DQN — Deep Q-Network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choosing among a fixed set of discrete options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0"/>
          </a:xfrm>
          <a:prstGeom prst="line">
            <a:avLst/>
          </a:prstGeom>
          <a:noFill/>
          <a:ln w="1905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thinks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scores every possible action in the current state — a "Q-value" — and always picks the highest-scoring one. It needs the action menu defined up front.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 in RAN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23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fixed antenna tilt preset  •  Picking a modulation/coding scheme from a table  •  Choosing a handover target from a candidate cell list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2286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interpret — ranks discrete choices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naturally categorical decisions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cross-check against known-good configs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4114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continuous parameters (e.g., a power level anywhere between 0–43 dBm) since every option must be enumerated ahead of time.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merged_deck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— Proximal Policy Optimization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continuous or multi-parameter, multi-objective decisions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0"/>
          </a:xfrm>
          <a:prstGeom prst="line">
            <a:avLst/>
          </a:prstGeom>
          <a:noFill/>
          <a:ln w="1905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thinks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learns a policy directly — network conditions in, action out — rather than scoring individual choices. It updates cautiously, in small trusted steps, which is why it trains more stably than older policy-gradient methods.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23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 in RAN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power control  •  Continuous tilt adjustment  •  Joint power + tilt + scheduling-weight tuning — matching how most real RAN problems actually look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merged_deck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209671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011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RANOpt AI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5603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Trilcomm’s browser-based AI decision engine uses PPO as a single-step contextual bandit over a 5-dimensional 6G RAN context vector: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92240" y="3547872"/>
            <a:ext cx="91440" cy="91440"/>
          </a:xfrm>
          <a:prstGeom prst="ellipse">
            <a:avLst/>
          </a:prstGeom>
          <a:solidFill>
            <a:srgbClr val="4FD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720840" y="34198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DL Throughput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92240" y="3913632"/>
            <a:ext cx="91440" cy="91440"/>
          </a:xfrm>
          <a:prstGeom prst="ellipse">
            <a:avLst/>
          </a:prstGeom>
          <a:solidFill>
            <a:srgbClr val="4FD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6720840" y="37856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Edge Throughput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4279392"/>
            <a:ext cx="91440" cy="91440"/>
          </a:xfrm>
          <a:prstGeom prst="ellipse">
            <a:avLst/>
          </a:prstGeom>
          <a:solidFill>
            <a:srgbClr val="4FD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6720840" y="41513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Utilization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4645152"/>
            <a:ext cx="91440" cy="91440"/>
          </a:xfrm>
          <a:prstGeom prst="ellipse">
            <a:avLst/>
          </a:prstGeom>
          <a:solidFill>
            <a:srgbClr val="4FD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6720840" y="45171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(Jain’s Index)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5010912"/>
            <a:ext cx="91440" cy="91440"/>
          </a:xfrm>
          <a:prstGeom prst="ellipse">
            <a:avLst/>
          </a:prstGeom>
          <a:solidFill>
            <a:srgbClr val="4FD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6720840" y="48828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54406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explainable recommendation balancing all five KPIs at once — not a black-box multi-step control loop.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DQN vs. PPO — Choosing the Right Tool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merged_deck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19376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choices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decision is a pick from a fixed, enumerable menu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one of several fixed tilt presets, one of several handover targets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ranking of options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1783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merged_deck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1937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&amp; multi-objective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283464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continuous or multiple simultaneous parameters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joint power + tilt + scheduling-weight tuning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tradeoffs across a composite reward (throughput vs. fairness vs. energy)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PPO is the more widely used choice for RAN resource management and scheduling — most real engineering decisions aren’t neatly discrete, and PPO’s stable training makes it easier to deploy with confidence.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Example: Building the Reward Signal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PPO turns multiple KPIs into one training signal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merged_deck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6632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 eMBB-only 5G cell (no URLLC) tracked on four KPIs: Throughput, SINR, PRB Utilization, and Latency.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w₁·Throughput + w₂·SINR + w₃·PRB_Utilization − w₄·Latency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9776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combine simultaneously in one weighted sum, normalized to a common scale — not evaluated sequentially.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merged_deck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94" y="16632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weights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20116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eMBB-only context, throughput, SINR, and PRB utilization dominate (w₁ ≈ w₂ ≈ w₃), while latency carries much less weight (w₄) since there’s no strict low-latency service class to protect.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309360" y="40690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629400" y="425196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pretraining: without historical KPI logs, a browser-based simulator can bootstrap PPO using physics-based RF equations — link budget, Shannon-Hartley capacity, PRB scheduling logic — before any live data exists.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RANOpt AI — Architecture at a Glance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merged_deck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 (deployed)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Inference-only. Takes the live five-KPI context vector and returns one explainable configuration recommendation — no training happens at inference time.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merged_deck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17209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Demo (illustrative)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03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visible mode showing the PPO learning process itself — kept distinct from the deployed engine so a demo of "how training works" is never confused with production inference.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420624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as a single-step contextual bandit, not a full multi-step MDP — no chained state transitions. This is a deliberate, corrected simplification: earlier drafts overclaimed a full MDP; the distinction was clarified in the INDICON 2026 paper submission.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Use Cases in RAN Planning &amp; Optimization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merged_deck/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tilt &amp; azimuth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cell-edge coverage against inter-cell interference across many cells and traffic conditions.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merged_deck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18342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control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43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transmit power per cell or user to manage interference as traffic and channel conditions shift.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merged_deck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183428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&amp; handover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43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and where to hand users between cells to avoid overloaded sectors during surges.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merged_deck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3488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46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257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power or sleeping underused carriers in low-traffic periods without hurting peak performance.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9319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merged_deck/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366" y="434888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846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Multi-KPI tradeoffs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257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throughput, fairness, coverage, and energy explicitly instead of by intuition alone.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9319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41248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/home/claude/merged_deck/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5126" y="434888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exploration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257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the tradeoff space at a scale and speed no manual process can match.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Industry Is Headed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merged_deck/t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O-RAN RIC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349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O-RAN’s RAN Intelligent Controller (RIC) architecture standardizes exactly this pattern: AI-assisted decision support layered onto the RAN via open interfaces, rather than a closed, vendor-specific black box.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merged_deck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17209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572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AI-native vision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031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roadmaps treat AI/ML as a native network capability rather than an add-on — continuous learning and optimization built into the RAN itself.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434340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RANOpt AI is built in this direction: an explainable, engineer-facing decision layer, not a replacement for RF engineering judgment.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3291840"/>
            <a:ext cx="5120640" cy="51206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— Not Just for Data Scientists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doesn’t replace RF engineering judgment. It automates the systematic exploration of a tradeoff space engineers already understand intuitively from years of field experience.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erged_deck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28520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715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judgment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308152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in the reward function — defining what "good" looks like across KPIs — then letting the algorithm search at scale.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merged_deck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4" y="40864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matters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431596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DRL decision engine shows which KPIs drove a recommendation, so engineers can validate it against experience.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166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merged_deck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4" y="5320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5184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RANOpt AI puts this into practice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55040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single-step contextual PPO engine over five RAN KPIs, with an INDICON 2026 paper formalizing the approach.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for RAN — RANOpt AI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rao yenamandra</cp:lastModifiedBy>
  <cp:revision>2</cp:revision>
  <dcterms:created xsi:type="dcterms:W3CDTF">2026-08-31T19:42:08Z</dcterms:created>
  <dcterms:modified xsi:type="dcterms:W3CDTF">2026-08-31T19:55:42Z</dcterms:modified>
</cp:coreProperties>
</file>